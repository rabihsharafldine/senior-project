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38" y="60"/>
      </p:cViewPr>
      <p:guideLst>
        <p:guide orient="horz" pos="215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Travel Planner </a:t>
            </a:r>
            <a:r>
              <a:rPr lang="en-US" dirty="0" err="1"/>
              <a:t>StoryBoard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15892"/>
            <a:ext cx="9144000" cy="1655762"/>
          </a:xfrm>
        </p:spPr>
        <p:txBody>
          <a:bodyPr/>
          <a:lstStyle/>
          <a:p>
            <a:r>
              <a:rPr lang="en-US" b="1" dirty="0"/>
              <a:t>Name: Rabih </a:t>
            </a:r>
            <a:r>
              <a:rPr lang="en-US" b="1" dirty="0" err="1"/>
              <a:t>Sharafalldein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08FC-22F6-B2AC-5301-46470420C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5DEF82-27AF-2A33-E9E5-4931E5BFE9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5F0ABA-0BA6-9EDA-CD6B-FB72F1D2E1AA}"/>
              </a:ext>
            </a:extLst>
          </p:cNvPr>
          <p:cNvSpPr txBox="1"/>
          <p:nvPr/>
        </p:nvSpPr>
        <p:spPr>
          <a:xfrm>
            <a:off x="0" y="0"/>
            <a:ext cx="609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is the register page the user must enter the following values: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1-First name 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2-Last name 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3-Email Address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4-Strong Password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4-Confirm his password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5-He can register using his google account</a:t>
            </a:r>
          </a:p>
        </p:txBody>
      </p:sp>
    </p:spTree>
    <p:extLst>
      <p:ext uri="{BB962C8B-B14F-4D97-AF65-F5344CB8AC3E}">
        <p14:creationId xmlns:p14="http://schemas.microsoft.com/office/powerpoint/2010/main" val="802954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AF31-EEDD-A248-1B9C-1F89F568D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A737FA-CCD0-4FE5-0A00-A7D2BD032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855ADE-15D5-4E47-0C3A-105951861CCD}"/>
              </a:ext>
            </a:extLst>
          </p:cNvPr>
          <p:cNvSpPr txBox="1"/>
          <p:nvPr/>
        </p:nvSpPr>
        <p:spPr>
          <a:xfrm>
            <a:off x="124691" y="166255"/>
            <a:ext cx="55695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is the login page, the user must enter the following values:</a:t>
            </a:r>
          </a:p>
          <a:p>
            <a:r>
              <a:rPr lang="en-US" b="1" dirty="0"/>
              <a:t>1-Email Address</a:t>
            </a:r>
          </a:p>
          <a:p>
            <a:r>
              <a:rPr lang="en-US" b="1" dirty="0"/>
              <a:t>2-Password</a:t>
            </a:r>
          </a:p>
          <a:p>
            <a:r>
              <a:rPr lang="en-US" b="1" dirty="0"/>
              <a:t>3-He can login with his google account</a:t>
            </a:r>
          </a:p>
        </p:txBody>
      </p:sp>
    </p:spTree>
    <p:extLst>
      <p:ext uri="{BB962C8B-B14F-4D97-AF65-F5344CB8AC3E}">
        <p14:creationId xmlns:p14="http://schemas.microsoft.com/office/powerpoint/2010/main" val="3788060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66030-0921-2354-B20D-05D967D6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061FDF-19DA-F4EA-FDD4-7432B9C62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DC9E4E-C575-AB0E-0F7F-FABF4A6F6251}"/>
              </a:ext>
            </a:extLst>
          </p:cNvPr>
          <p:cNvSpPr txBox="1"/>
          <p:nvPr/>
        </p:nvSpPr>
        <p:spPr>
          <a:xfrm>
            <a:off x="471055" y="817418"/>
            <a:ext cx="31588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is the home page the user can:</a:t>
            </a:r>
          </a:p>
          <a:p>
            <a:r>
              <a:rPr lang="en-US" dirty="0">
                <a:solidFill>
                  <a:schemeClr val="bg1"/>
                </a:solidFill>
              </a:rPr>
              <a:t>1-User can sign in or sign up</a:t>
            </a:r>
          </a:p>
          <a:p>
            <a:r>
              <a:rPr lang="en-US" dirty="0">
                <a:solidFill>
                  <a:schemeClr val="bg1"/>
                </a:solidFill>
              </a:rPr>
              <a:t>2-User can enter to the page he want from the dashboard</a:t>
            </a:r>
          </a:p>
          <a:p>
            <a:r>
              <a:rPr lang="en-US" dirty="0">
                <a:solidFill>
                  <a:schemeClr val="bg1"/>
                </a:solidFill>
              </a:rPr>
              <a:t>3-type where he want to go and click explore and it automatically takes him to the destination page with the value he enters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552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552E-8FCB-ED63-5A15-FF1E45442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C9352F-6420-4C2D-8EDF-428C530C2D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982" y="0"/>
            <a:ext cx="12288981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6F47F8-2641-FB12-A951-BD3399DEB829}"/>
              </a:ext>
            </a:extLst>
          </p:cNvPr>
          <p:cNvSpPr txBox="1"/>
          <p:nvPr/>
        </p:nvSpPr>
        <p:spPr>
          <a:xfrm>
            <a:off x="0" y="0"/>
            <a:ext cx="38515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is the Destinations page, the user can:</a:t>
            </a:r>
          </a:p>
          <a:p>
            <a:r>
              <a:rPr lang="en-US" b="1" dirty="0"/>
              <a:t>1-Type any destination he wants</a:t>
            </a:r>
          </a:p>
          <a:p>
            <a:r>
              <a:rPr lang="en-US" b="1" dirty="0"/>
              <a:t>2-select from the ready made destinations </a:t>
            </a:r>
          </a:p>
          <a:p>
            <a:r>
              <a:rPr lang="en-US" b="1" dirty="0"/>
              <a:t>3-Filter the destinations by region</a:t>
            </a:r>
          </a:p>
          <a:p>
            <a:r>
              <a:rPr lang="en-US" b="1" dirty="0"/>
              <a:t>4-Filter the destinations by rating</a:t>
            </a:r>
          </a:p>
          <a:p>
            <a:r>
              <a:rPr lang="en-US" b="1" dirty="0"/>
              <a:t>5-View destination details</a:t>
            </a:r>
          </a:p>
          <a:p>
            <a:r>
              <a:rPr lang="en-US" b="1" dirty="0"/>
              <a:t>6-Save destination to his </a:t>
            </a:r>
            <a:r>
              <a:rPr lang="en-US" b="1" dirty="0" err="1"/>
              <a:t>whishlist</a:t>
            </a:r>
            <a:endParaRPr lang="en-US" b="1" dirty="0"/>
          </a:p>
          <a:p>
            <a:r>
              <a:rPr lang="en-US" b="1" dirty="0"/>
              <a:t>7-Choose Accommodations based on </a:t>
            </a:r>
            <a:r>
              <a:rPr lang="en-US" b="1" dirty="0">
                <a:solidFill>
                  <a:srgbClr val="FF0000"/>
                </a:solidFill>
              </a:rPr>
              <a:t>his destination </a:t>
            </a:r>
            <a:r>
              <a:rPr lang="en-US" b="1" dirty="0"/>
              <a:t>selection</a:t>
            </a:r>
          </a:p>
        </p:txBody>
      </p:sp>
    </p:spTree>
    <p:extLst>
      <p:ext uri="{BB962C8B-B14F-4D97-AF65-F5344CB8AC3E}">
        <p14:creationId xmlns:p14="http://schemas.microsoft.com/office/powerpoint/2010/main" val="294457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4BC7-9904-D233-5D7D-31DD68887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DA0713-E6A9-E840-A983-E465B9D01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982"/>
            <a:ext cx="12192000" cy="67610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7FA5F7-289A-FC11-87A2-65AE657545B4}"/>
              </a:ext>
            </a:extLst>
          </p:cNvPr>
          <p:cNvSpPr txBox="1"/>
          <p:nvPr/>
        </p:nvSpPr>
        <p:spPr>
          <a:xfrm>
            <a:off x="0" y="457200"/>
            <a:ext cx="37822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is the accommodation page, the user can:</a:t>
            </a:r>
          </a:p>
          <a:p>
            <a:r>
              <a:rPr lang="en-US" b="1" dirty="0"/>
              <a:t>1-Search for any hotel in any country</a:t>
            </a:r>
          </a:p>
          <a:p>
            <a:r>
              <a:rPr lang="en-US" b="1" dirty="0"/>
              <a:t>2-Filter the hotels by type, price and rating</a:t>
            </a:r>
          </a:p>
          <a:p>
            <a:r>
              <a:rPr lang="en-US" b="1" dirty="0"/>
              <a:t>3-View hotel details</a:t>
            </a:r>
          </a:p>
          <a:p>
            <a:r>
              <a:rPr lang="en-US" b="1" dirty="0"/>
              <a:t>4-Book the hotel</a:t>
            </a:r>
          </a:p>
        </p:txBody>
      </p:sp>
    </p:spTree>
    <p:extLst>
      <p:ext uri="{BB962C8B-B14F-4D97-AF65-F5344CB8AC3E}">
        <p14:creationId xmlns:p14="http://schemas.microsoft.com/office/powerpoint/2010/main" val="2108925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E3A3-4B4E-0335-9B5C-BBC79AC26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23C161-8CFD-DD7E-5098-233B7250F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94B27B-EE05-0C25-8D06-37DC500F89D8}"/>
              </a:ext>
            </a:extLst>
          </p:cNvPr>
          <p:cNvSpPr txBox="1"/>
          <p:nvPr/>
        </p:nvSpPr>
        <p:spPr>
          <a:xfrm>
            <a:off x="7232073" y="274638"/>
            <a:ext cx="48629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This is the transport page, the user can:</a:t>
            </a:r>
          </a:p>
          <a:p>
            <a:pPr algn="just"/>
            <a:r>
              <a:rPr lang="en-US" b="1" dirty="0"/>
              <a:t>1-Select from which country he is traveling</a:t>
            </a:r>
          </a:p>
          <a:p>
            <a:pPr algn="just"/>
            <a:r>
              <a:rPr lang="en-US" b="1" dirty="0"/>
              <a:t>2-Select to which country he is heading</a:t>
            </a:r>
          </a:p>
          <a:p>
            <a:pPr algn="just"/>
            <a:r>
              <a:rPr lang="en-US" b="1" dirty="0"/>
              <a:t>3-Select the departure time</a:t>
            </a:r>
          </a:p>
          <a:p>
            <a:pPr algn="just"/>
            <a:r>
              <a:rPr lang="en-US" b="1" dirty="0"/>
              <a:t>4-Select the arrival time</a:t>
            </a:r>
          </a:p>
          <a:p>
            <a:pPr algn="just"/>
            <a:r>
              <a:rPr lang="en-US" b="1" dirty="0"/>
              <a:t>5-Select the number of passengers</a:t>
            </a:r>
          </a:p>
          <a:p>
            <a:pPr algn="just"/>
            <a:r>
              <a:rPr lang="en-US" b="1" dirty="0"/>
              <a:t>6-Select the type of class</a:t>
            </a:r>
          </a:p>
        </p:txBody>
      </p:sp>
    </p:spTree>
    <p:extLst>
      <p:ext uri="{BB962C8B-B14F-4D97-AF65-F5344CB8AC3E}">
        <p14:creationId xmlns:p14="http://schemas.microsoft.com/office/powerpoint/2010/main" val="48239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01625" y="2521585"/>
            <a:ext cx="35902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Role: Allows users to submit feedback and view other travelers experiences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518535" y="4654550"/>
            <a:ext cx="5242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Contents : rating form, recent reviews list , filters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254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Default Design</vt:lpstr>
      <vt:lpstr>Travel Planner StoryBoard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leokr</dc:creator>
  <cp:lastModifiedBy>User</cp:lastModifiedBy>
  <cp:revision>10</cp:revision>
  <dcterms:created xsi:type="dcterms:W3CDTF">2025-07-23T00:59:00Z</dcterms:created>
  <dcterms:modified xsi:type="dcterms:W3CDTF">2025-12-21T16:21:18Z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54E24200FDCB442ABFC37BA1AC32F113_11</vt:lpwstr>
  </property>
  <property fmtid="{D5CDD505-2E9C-101B-9397-08002B2CF9AE}" pid="3" name="KSOProductBuildVer">
    <vt:lpwstr>1033-12.2.0.22549</vt:lpwstr>
  </property>
</Properties>
</file>